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 幻灯片一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PowerPoint conversion body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第二张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PowerPoint conversion body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three 第三张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PowerPoint conversion body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